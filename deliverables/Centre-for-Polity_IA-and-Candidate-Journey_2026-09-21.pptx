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0d89a63cac4771" /><Relationship Type="http://schemas.openxmlformats.org/officeDocument/2006/relationships/extended-properties" Target="/docProps/app.xml" Id="R0f03feb48aea4120" /><Relationship Type="http://schemas.openxmlformats.org/officeDocument/2006/relationships/officeDocument" Target="/ppt/presentation.xml" Id="Rf49934d9f152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f568f56582401c"/>
  </p:sldMasterIdLst>
  <p:notesMasterIdLst>
    <p:notesMasterId xmlns:r="http://schemas.openxmlformats.org/officeDocument/2006/relationships" r:id="R4b591785349c435c"/>
  </p:notesMasterIdLst>
  <p:sldIdLst>
    <p:sldId xmlns:r="http://schemas.openxmlformats.org/officeDocument/2006/relationships" id="256" r:id="R0a2cca33ca1c4f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3ca321c974114" /><Relationship Type="http://schemas.openxmlformats.org/officeDocument/2006/relationships/slideMaster" Target="/ppt/slideMasters/slideMaster1.xml" Id="R01f568f56582401c" /><Relationship Type="http://schemas.openxmlformats.org/officeDocument/2006/relationships/notesMaster" Target="/ppt/notesMasters/notesMaster1.xml" Id="R4b591785349c435c" /><Relationship Type="http://schemas.openxmlformats.org/officeDocument/2006/relationships/presProps" Target="/ppt/presProps.xml" Id="Rd59e81a2a8ba48b2" /><Relationship Type="http://schemas.openxmlformats.org/officeDocument/2006/relationships/tableStyles" Target="/ppt/tableStyles.xml" Id="Rd2f2ae5c44c84095" /><Relationship Type="http://schemas.openxmlformats.org/officeDocument/2006/relationships/slide" Target="/ppt/slides/slide1.xml" Id="R0a2cca33ca1c4f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093b598924a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de8b7592794a7c" /><Relationship Type="http://schemas.openxmlformats.org/officeDocument/2006/relationships/notesMaster" Target="/ppt/notesMasters/notesMaster1.xml" Id="R8c492203a280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Centre for Polity website files in the project workspace, reviewed on 21 September 2026. The journey reflects the waiting-list assessment currently implemented: request, five questions, persona match, tailored application, internal review, pre-read email, and in-person learning in Coimbatore.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4045592a8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9ef605f3d4ae5" /><Relationship Type="http://schemas.openxmlformats.org/officeDocument/2006/relationships/slideLayout" Target="/ppt/slideLayouts/slideLayout1.xml" Id="Rb368d316fcc4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8d316fcc4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713203f0e45b0" /><Relationship Type="http://schemas.openxmlformats.org/officeDocument/2006/relationships/notesSlide" Target="/ppt/notesSlides/notesSlide1.xml" Id="R344a42abfa744d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456CE8C-BCC1-49EB-A29D-5631FBD7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1139C-438B-4CA9-A589-6E2C7CC2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4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2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F9185-5A13-49A0-88F7-F9A7BCE0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CENTRE FOR POLITY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E6706-F317-4197-8C82-486A4A1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474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D"/>
                </a:solidFill>
                <a:latin typeface="Helvetica Neue"/>
                <a:ea typeface="Helvetica Neue"/>
                <a:cs typeface="Helvetica Neue"/>
              </a:rPr>
              <a:t>CHECKPOINT  ·  21 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C345-28ED-49B8-9E63-C3E8AC98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Website architecture and candidate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ADB8A-FB8D-415E-9F64-7A0B96CC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43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434D4"/>
                </a:solidFill>
                <a:latin typeface="Helvetica Neue"/>
                <a:ea typeface="Helvetica Neue"/>
                <a:cs typeface="Helvetica Neue"/>
              </a:rPr>
              <a:t>INFORMATION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9D119-5711-4214-B24A-F8E281A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409575"/>
          </a:xfrm>
          <a:prstGeom xmlns:a="http://schemas.openxmlformats.org/drawingml/2006/main" prst="roundRect">
            <a:avLst>
              <a:gd name="adj" fmla="val 3023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E8B2D-898D-4DBE-9C78-C079E12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43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434D4"/>
                </a:solidFill>
                <a:latin typeface="Helvetica Neue"/>
                <a:ea typeface="Helvetica Neue"/>
                <a:cs typeface="Helvetica Neue"/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0BA73-19C1-4698-A35D-BFB106CE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38275"/>
            <a:ext cx="975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Value proposition   Four doors   Leadership ladder   Open resources   Upcoming events   Waiting-list call to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F1DDC-6E46-4DD5-A297-446BCD15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57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3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0145D-1ADB-45D4-9319-DDB01334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57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WHY 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AD549-B245-4E5C-AB81-15CAEC6F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574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33A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3AFD"/>
                </a:solidFill>
                <a:latin typeface="Helvetica Neue"/>
                <a:ea typeface="Helvetica Neue"/>
                <a:cs typeface="Helvetica Neue"/>
              </a:rPr>
              <a:t>Purpose and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CD6C8-6779-4786-A877-E61838DE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E0364-E38C-4E68-913A-07F4844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765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Why join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53384-6CFC-42A2-924F-2995BF1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BE0F8-77FC-4071-8AD4-E92F3C5E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622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Is this for you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BBEAB-9895-4CF3-92E3-B4A2D308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19D91-FAFD-41DB-966F-A8500313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480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The Ladder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D0E7D-7E03-49DD-AE33-8DFA22D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F35B6-6D81-4561-8A0C-BAE84848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37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The Institute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C50A7-171D-46EC-8876-6E41C227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19240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D56B0-3EA1-4BFA-88F5-996639E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1924050"/>
            <a:ext cx="157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2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2E879-484B-4F6F-813A-0940D071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2095500"/>
            <a:ext cx="157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ENTER THE ARENA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8AD7A-969D-4AEE-84F3-0FD58BDC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350" y="2362200"/>
            <a:ext cx="1574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A22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A2261"/>
                </a:solidFill>
                <a:latin typeface="Helvetica Neue"/>
                <a:ea typeface="Helvetica Neue"/>
                <a:cs typeface="Helvetica Neue"/>
              </a:rPr>
              <a:t>Guided pathways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FAB11-7225-4F95-8FE3-B7D12F22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2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F5D33-362B-403A-B858-66896FB5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275" y="26765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4 journey levels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35D4C-6725-4D49-8EB7-2C298203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C268D-11A7-4FF6-8D38-2241123F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275" y="29622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6 persona pathways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60582-2EF1-4C19-B355-4E12E8D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31B50-3B51-4FAB-B0AC-FEDD915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275" y="32480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Events and resources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5FE72-8A84-48A7-BF29-970AFED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925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B1D2A-A351-4851-BBC1-267FB16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275" y="35337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Join calls to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1CDFB7-ABC4-459C-AAB4-EC5BF10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19240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200EA2-E2DB-4C30-B61C-B53CECAC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924050"/>
            <a:ext cx="157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5F44F5-BE7D-473F-A746-0EE536CD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095500"/>
            <a:ext cx="157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PROGRAMMES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C6479-6FDF-4B12-B75A-3BCD2A1D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1574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59A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9A8C"/>
                </a:solidFill>
                <a:latin typeface="Helvetica Neue"/>
                <a:ea typeface="Helvetica Neue"/>
                <a:cs typeface="Helvetica Neue"/>
              </a:rPr>
              <a:t>Structured learning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61E232-25E7-4A8D-8137-A5BA506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E7D3D5-EBFE-4441-A428-EBBD6466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5" y="26765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Programme listing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6D4354-18D0-453A-AFF3-40ADE17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D6F95-E438-491B-9B47-35E16CEB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5" y="29622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Programme details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7BE5A7-FFC8-4703-94D6-3F387A8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AD5F0D-0AAC-4B09-B400-F543F4A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5" y="32480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Cohort applications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2C65EF-F25F-43C6-9360-5A62AA70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15A2C4-DB8F-4413-8877-EF8965C3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775" y="35337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Linked faculty + events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871692-05F9-4C7E-823E-0275BBA8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9AA081-E336-447F-8F5D-059EA71A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157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4942D8-2483-483B-BF73-B7A9DD12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157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LIBRARY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DC3830-DA16-4F25-945D-8DFB7952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1574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7D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7DC5"/>
                </a:solidFill>
                <a:latin typeface="Helvetica Neue"/>
                <a:ea typeface="Helvetica Neue"/>
                <a:cs typeface="Helvetica Neue"/>
              </a:rPr>
              <a:t>Open knowledge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D3B495-BE42-4ADA-ABC2-33614C78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075592-70AF-47AD-BF08-C959E16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765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Browse 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47E592-0E14-47AA-AD3B-F1F14B19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B064F6-220C-4F28-9AF8-3F729F60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622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Collections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B88042-52F4-4016-8E06-71B0EFC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6FCFC7-7ADF-4AE7-90D4-5D5B7F1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480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Toolkits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BFDA5F-CD2F-4368-AF8A-CDC08077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0187F2-04B4-420B-9EAC-76E386C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337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Glossary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49AE4E-5012-4004-8327-68110226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19240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92B7D5-7A85-47BC-9532-AA64F233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924050"/>
            <a:ext cx="157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96E280-3BCA-41BA-9C41-A774B7A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095500"/>
            <a:ext cx="157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7827FB-68E6-426F-8C65-58F10751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362200"/>
            <a:ext cx="1574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B5CF6"/>
                </a:solidFill>
                <a:latin typeface="Helvetica Neue"/>
                <a:ea typeface="Helvetica Neue"/>
                <a:cs typeface="Helvetica Neue"/>
              </a:rPr>
              <a:t>Evidence of change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E2BBC1-6A23-41C8-AF76-7CFC8FA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769DD2-E549-4DBD-9BE2-FEC5012A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6765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Our impact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587CED-A33B-4786-B755-F8EDE616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A8C3DF-873B-44F3-BA3B-6E4D17AB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9622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Alumni stories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485276-7A64-4CBD-A0AD-51422BAB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492297-6E9F-4CA2-B6F3-60608B09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32480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Case studies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3F0466-8B2C-4191-B0FF-D361B200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425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E5EDBD-A8FC-456D-874D-021C83A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35337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Annual report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567223-C212-429F-B3DB-6F78008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19240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2431E2-16BE-4FA8-8F44-C4DA6D2B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1924050"/>
            <a:ext cx="157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33571E-A180-48A8-80B6-5B3918A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2095500"/>
            <a:ext cx="157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ABOUT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EBF270-2803-4F74-8EB8-7790141C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2362200"/>
            <a:ext cx="1574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46B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46B18"/>
                </a:solidFill>
                <a:latin typeface="Helvetica Neue"/>
                <a:ea typeface="Helvetica Neue"/>
                <a:cs typeface="Helvetica Neue"/>
              </a:rPr>
              <a:t>Organisation and people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601B50-68EF-408F-B80F-B9ED63C6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6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44B346-F79C-4B1D-97FA-06DC6BE2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26765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Vision and mission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4688D5-7AB0-4F54-ABE5-76F78C68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64AD4A-E480-4856-8CA7-FEE386F8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29622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Faculty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BA477F2-F42C-476D-AED8-51F2D054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AFE5197-9C04-438F-ABA8-3E3D8C9E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24802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Teach / contribute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0A1EE4-385E-4634-8587-795C659A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EDA3FA-8B17-4264-A9F5-3B85C48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533775"/>
            <a:ext cx="140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273951"/>
                </a:solidFill>
                <a:latin typeface="Helvetica Neue"/>
                <a:ea typeface="Helvetica Neue"/>
                <a:cs typeface="Helvetica Neue"/>
              </a:rPr>
              <a:t>Contact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EB0B52-D401-4511-A566-A40952B3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6474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4748D"/>
                </a:solidFill>
                <a:latin typeface="Helvetica Neue"/>
                <a:ea typeface="Helvetica Neue"/>
                <a:cs typeface="Helvetica Neue"/>
              </a:rPr>
              <a:t>GLOBAL UTILITIES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486451-7941-4A06-B7E7-69C3E74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29100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D"/>
                </a:solidFill>
                <a:latin typeface="Helvetica Neue"/>
                <a:ea typeface="Helvetica Neue"/>
                <a:cs typeface="Helvetica Neue"/>
              </a:rPr>
              <a:t>Info sessions  ·  Contact  ·  Tamil / English  ·  Persistent Join the waiting list CTA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633C92-A4C8-40F8-8FCE-1724160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33900"/>
            <a:ext cx="12192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C7A4496-4EF3-4557-8944-3C3C558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AF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AF33D"/>
                </a:solidFill>
                <a:latin typeface="Helvetica Neue"/>
                <a:ea typeface="Helvetica Neue"/>
                <a:cs typeface="Helvetica Neue"/>
              </a:rPr>
              <a:t>CANDIDATE JOURNEY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26950CC-5623-451D-8124-8150C6A9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linear path from interest to the in-person cohort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04CA76-8F82-44B8-A425-1E78BEF8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815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Entry points: header CTA, persona pages, programme pages and events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49ECAF-BCB7-422D-BD60-DF8C81A9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748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C4D05D6-22C2-440A-AE46-3F05A6C3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F62B96-12A2-4081-9F26-8FAB42BB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03C802-6373-421B-8E4D-9FDD5E6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REQUEST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22BCF44-A6C8-4D33-95F5-6609C2A3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Join the waiting list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480EF0-ED42-44DB-B34B-A693A94B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65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9F62785-BBE5-4DED-B83E-C76EB8DE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65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4B9F01-9689-4B4C-981B-525AAEC0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30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ASSESS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3C73CB-60C5-4773-9088-FD5DA634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5 focused questions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8B7BC2D-A94C-45DA-B187-6F603684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C90387-3623-4B0A-B61E-E971EB2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4BA1A85-C0B8-4307-A0D6-4F9D23ED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5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MATCH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DF4F6D-7AEF-4EAC-9EBE-2CA43ECC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persona fit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3EBE6A-4E9D-4280-96BC-41F1E045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E5275B-B9A2-43E4-96AE-ECBCDDE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672C4B3-EA1B-40D0-ADDA-549DEFD7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APPLY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884276-8C56-49C2-B945-A1F93E9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Complete tailored fields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4CAA9A-CC48-40AD-91F6-BE24B8D2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22144D7-637F-4F78-8CE7-9DBBF9D9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3A71F8-238B-4FC3-A6E5-2CDB71D7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5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0ABAB2-40DD-4962-90E9-CCF8B21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Team checks readiness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B6D4516-6750-4A45-9118-F272E5F8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3AF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3A7DE74-CF23-47C2-83ED-D56E1E3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C16F32-217C-41B3-BE1B-395836F9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10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8C7D6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4AF0B59-5641-42A7-A8AE-01A0EA1F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Receive email + pre-reads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F5AABA-ED85-4498-A9C3-5B03849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33D"/>
          </a:solidFill>
          <a:ln xmlns:a="http://schemas.openxmlformats.org/drawingml/2006/main" w="19050">
            <a:solidFill>
              <a:srgbClr val="0D253D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B78BCC-92CB-43EB-B316-F3F3D158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72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D253D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3C1432-47A4-464F-A585-A4A848F3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943600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BAF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AF33D"/>
                </a:solidFill>
                <a:latin typeface="Helvetica Neue"/>
                <a:ea typeface="Helvetica Neue"/>
                <a:cs typeface="Helvetica Neue"/>
              </a:rPr>
              <a:t>ATTEND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1B43BEE-D8A1-4245-8C55-16305BAF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341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Session in Coimbatore</a:t>
            </a:r>
          </a:p>
        </p:txBody>
      </p:sp>
    </p:spTree>
    <p:extLst>
      <p:ext uri="{BB962C8B-B14F-4D97-AF65-F5344CB8AC3E}">
        <p14:creationId xmlns:p14="http://schemas.microsoft.com/office/powerpoint/2010/main" val="741774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2026-09-21T04:18:50.2570000Z</dcterms:created>
  <dcterms:modified xsi:type="dcterms:W3CDTF">2026-09-21T04:18:50.2570000Z</dcterms:modified>
</coreProperties>
</file>